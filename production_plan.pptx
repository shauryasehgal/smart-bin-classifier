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4572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SMART BIN CLASSIFIER | PRODUCTION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100" b="0">
                <a:solidFill>
                  <a:srgbClr val="DCE6F2"/>
                </a:solidFill>
                <a:latin typeface="Aptos"/>
              </a:defRPr>
            </a:pPr>
            <a:r>
              <a:t>Image-based quantity estimation • Order validation • Human-supervised warehouse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1874519"/>
          </a:xfrm>
          <a:prstGeom prst="rect">
            <a:avLst/>
          </a:prstGeom>
          <a:solidFill>
            <a:srgbClr val="24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1. CAPTURE &amp;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Operator captures/uploads bin photo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Select ordered products and quantities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Validate inputs and image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325880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325880"/>
            <a:ext cx="73152" cy="1874519"/>
          </a:xfrm>
          <a:prstGeom prst="rect">
            <a:avLst/>
          </a:prstGeom>
          <a:solidFill>
            <a:srgbClr val="31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435607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2. INFERENCE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76479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Resize and normalize image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ResNet-18 predicts product presence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Quantity models estimate item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325880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325880"/>
            <a:ext cx="73152" cy="1874519"/>
          </a:xfrm>
          <a:prstGeom prst="rect">
            <a:avLst/>
          </a:prstGeom>
          <a:solidFill>
            <a:srgbClr val="CD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435607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3. ORDER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76479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Compare predicted and ordered quantities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Show item-level and overall PASS/FAIL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Send failures/uncertain cases to manual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56432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73152" cy="1874519"/>
          </a:xfrm>
          <a:prstGeom prst="rect">
            <a:avLst/>
          </a:prstGeom>
          <a:solidFill>
            <a:srgbClr val="715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MONITORING &amp;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89534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Log timestamp, IDs, predictions, result, latency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Track false accepts/rejects and per-product metrics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Apply access control and log-retention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456432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3456432"/>
            <a:ext cx="73152" cy="1874519"/>
          </a:xfrm>
          <a:prstGeom prst="rect">
            <a:avLst/>
          </a:prstGeom>
          <a:solidFill>
            <a:srgbClr val="C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566160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RELIABILITY &amp;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89534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Version model, catalogue and preprocessing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Validate uploads; protect stored images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Add health checks, error handling and rollback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456432"/>
            <a:ext cx="3611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3456432"/>
            <a:ext cx="73152" cy="1874519"/>
          </a:xfrm>
          <a:prstGeom prst="rect">
            <a:avLst/>
          </a:prstGeom>
          <a:solidFill>
            <a:srgbClr val="446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3566160"/>
            <a:ext cx="324612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400" b="1">
                <a:solidFill>
                  <a:srgbClr val="192D48"/>
                </a:solidFill>
                <a:latin typeface="Aptos"/>
              </a:defRPr>
            </a:pPr>
            <a:r>
              <a:t>ROLLOUT &amp; 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89534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Pilot with human verification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Review failures and monitor data drift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Aptos"/>
              </a:defRPr>
            </a:pPr>
            <a:r>
              <a:t>• Retrain on reviewed labels; validate before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596128"/>
            <a:ext cx="11064240" cy="8229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defRPr sz="1100" b="1">
                <a:solidFill>
                  <a:srgbClr val="192D48"/>
                </a:solidFill>
                <a:latin typeface="Aptos"/>
              </a:defRPr>
            </a:pPr>
            <a:r>
              <a:t>Prototype limitation: the current catalogue contains 5 ASINs. Production use requires representative validation, latency/capacity testing, privacy review, and a human fallback.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